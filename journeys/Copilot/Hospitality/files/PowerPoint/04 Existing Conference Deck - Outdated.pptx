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contains outdated content. Check all details against the revised source files before reuse. Guest numbers, room allocations and programme times shown here are from an earlier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contains outdated content. Check all details against the revised source files before reuse. Session order and timings must be reconciled with the revised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contains outdated content. Check all details against the revised source files before reuse. Seating style, microphone counts and equipment placement may have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contains outdated content. Check all details against the revised source files before reuse. The consolidated organiser updates described here reflect an earlier version of the service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2651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48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Hospitality Leadership Conference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Presentation - Draft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92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training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the Events Office  |  Internal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expected guest attendance for the conference day is 120 guests, including delegates, speakers and organiser staff.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venue space: Grand Ballroom, used for the plenary programme, keynote and panel discussion.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venue space: Meeting Room 2, used for the breakout sessions and as an overflow area.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runs from 9:00 AM to 4:30 PM, with registration opening before the official start time.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Catering, audio visual support and registration are coordinated by the in-house events team.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and room allocations in this deck are draft values and remain subject to confirmation.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training scenario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1381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206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and opening remarks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 address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sessions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discussion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remarks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20640" y="1417320"/>
            <a:ext cx="3474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AM - 9:30 AM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 AM - 10:30 AM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AM - 12:30 PM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 PM - 1:30 PM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 PM - 3:00 PM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3:30 PM - 4:30 PM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timings are indicative and may be adjusted on the day by the organiser team.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training scenario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381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Seating configuration: theatre style seating throughout the Grand Ballroom for the plenary sessions.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Microphones: two handheld microphones provided for the keynote speaker, panel moderator and audience questions.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screen positioned at the front of the room for slides and supporting video content.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desk located at the main entrance to the ballroom, staffed from the opening of registration.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sessions in Meeting Room 2 use the same equipment set, moved across during the morning break.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checks are carried out by the audio visual team before guests are admitted to the room.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training scenario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1381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Experience Commitments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are welcomed at the registration desk, with badges and programme handouts issued on arrival.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refreshments, a seated lunch service and an afternoon break are provided, with dietary requirements collected in advance.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Comfort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temperature, lighting and seating spacing are monitored through the day, with water stations kept stocked.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Updates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updates from the organiser team are issued to all staff at the start of the day and after lunch.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changes to rooms, timings or guest numbers are confirmed through a single organiser update rather than separate messages.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training scenario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1381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Hospitality Leadership Conference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feedback are welcome.</a:t>
            </a:r>
            <a:endParaRPr lang="en-US" sz="16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contact the Events Office for further details.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training 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training scenario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Hospitality Leadership Conference</dc:title>
  <dc:subject>PptxGenJS Presentation</dc:subject>
  <dc:creator>Training Sample</dc:creator>
  <cp:lastModifiedBy>Training Sample</cp:lastModifiedBy>
  <cp:revision>4</cp:revision>
  <dcterms:created xsi:type="dcterms:W3CDTF">2026-10-23T04:04:56Z</dcterms:created>
  <dcterms:modified xsi:type="dcterms:W3CDTF">2026-10-23T05:28:26Z</dcterms:modified>
</cp:coreProperties>
</file>